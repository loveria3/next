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245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541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B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✏️ 워크북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잘찾앙 바꿔보카!!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이름 · 문제 · 아이디어를 적어봐요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34640" y="3703320"/>
            <a:ext cx="347472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834640" y="3703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→ 2 → 3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2880360" cy="4411980"/>
          </a:xfrm>
          <a:prstGeom prst="roundRect">
            <a:avLst>
              <a:gd name="adj" fmla="val 3810"/>
            </a:avLst>
          </a:prstGeom>
          <a:solidFill>
            <a:srgbClr val="F0FA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594360" y="59436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FF6B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만들기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2423160" cy="272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●"/>
            </a:pPr>
            <a:r>
              <a:rPr lang="en-US" sz="1500" dirty="0" err="1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</a:t>
            </a:r>
            <a:r>
              <a:rPr lang="en-US" sz="1500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500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</a:t>
            </a:r>
            <a:r>
              <a:rPr lang="en-US" sz="1500" dirty="0" err="1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추천해요</a:t>
            </a:r>
            <a:endParaRPr lang="en-US" sz="1500" dirty="0"/>
          </a:p>
          <a:p>
            <a:pPr marL="342900" indent="-342900" algn="l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적어요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380422" y="23488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✏️ </a:t>
            </a:r>
            <a:r>
              <a:rPr lang="ko-KR" altLang="en-US" sz="2000" b="1" dirty="0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팀별로 </a:t>
            </a:r>
            <a:r>
              <a:rPr lang="en-US" sz="2000" b="1" dirty="0" err="1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적어요</a:t>
            </a:r>
            <a:endParaRPr lang="en-US" sz="2000" dirty="0"/>
          </a:p>
        </p:txBody>
      </p:sp>
      <p:sp>
        <p:nvSpPr>
          <p:cNvPr id="8" name="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86326" y="713232"/>
            <a:ext cx="389191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E3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altLang="ko-KR" dirty="0"/>
              <a:t>                                            </a:t>
            </a:r>
            <a:endParaRPr lang="ko-KR" altLang="en-US" dirty="0"/>
          </a:p>
        </p:txBody>
      </p:sp>
      <p:sp>
        <p:nvSpPr>
          <p:cNvPr id="10" name="Shape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86326" y="1417320"/>
            <a:ext cx="3891913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E3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703320" y="1417320"/>
            <a:ext cx="988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👑  팀   장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0" y="1476755"/>
            <a:ext cx="3108960" cy="419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51872" y="2116837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🔧  하드웨어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80422" y="28243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 소프트웨어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66160" y="3546350"/>
            <a:ext cx="12744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🎨  디자이너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777615" y="42108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 데이터</a:t>
            </a:r>
            <a:endParaRPr lang="en-US" sz="15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35ADF526-D486-24E0-3592-04C22716E2E1}"/>
              </a:ext>
            </a:extLst>
          </p:cNvPr>
          <p:cNvSpPr/>
          <p:nvPr/>
        </p:nvSpPr>
        <p:spPr>
          <a:xfrm>
            <a:off x="3703320" y="713232"/>
            <a:ext cx="118300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👑  </a:t>
            </a:r>
            <a:r>
              <a:rPr lang="ko-KR" altLang="en-US" sz="1500" b="1" dirty="0" err="1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팀이름</a:t>
            </a:r>
            <a:endParaRPr lang="en-US" sz="1500" dirty="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F53C16A2-AC4A-81A1-0119-B5CBE357D4DD}"/>
              </a:ext>
            </a:extLst>
          </p:cNvPr>
          <p:cNvSpPr/>
          <p:nvPr/>
        </p:nvSpPr>
        <p:spPr>
          <a:xfrm>
            <a:off x="5078730" y="783906"/>
            <a:ext cx="3108960" cy="419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D190A236-AA73-7AAD-9805-37B4C8687A83}"/>
              </a:ext>
            </a:extLst>
          </p:cNvPr>
          <p:cNvSpPr/>
          <p:nvPr/>
        </p:nvSpPr>
        <p:spPr>
          <a:xfrm>
            <a:off x="5078729" y="771713"/>
            <a:ext cx="3108960" cy="419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1500" dirty="0"/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39DA50A4-9A8F-4510-921D-914F0E66F7A3}"/>
              </a:ext>
            </a:extLst>
          </p:cNvPr>
          <p:cNvSpPr/>
          <p:nvPr/>
        </p:nvSpPr>
        <p:spPr>
          <a:xfrm>
            <a:off x="4886325" y="2135504"/>
            <a:ext cx="3891913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E3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E9B83A9E-2010-F721-BAD6-8A58FCDF17DA}"/>
              </a:ext>
            </a:extLst>
          </p:cNvPr>
          <p:cNvSpPr/>
          <p:nvPr/>
        </p:nvSpPr>
        <p:spPr>
          <a:xfrm>
            <a:off x="5120639" y="2223514"/>
            <a:ext cx="3108960" cy="419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1500" dirty="0"/>
          </a:p>
        </p:txBody>
      </p:sp>
      <p:sp>
        <p:nvSpPr>
          <p:cNvPr id="49" name="Shape 8">
            <a:extLst>
              <a:ext uri="{FF2B5EF4-FFF2-40B4-BE49-F238E27FC236}">
                <a16:creationId xmlns:a16="http://schemas.microsoft.com/office/drawing/2014/main" id="{0C16C224-5C0D-9961-E5F0-9C090D015375}"/>
              </a:ext>
            </a:extLst>
          </p:cNvPr>
          <p:cNvSpPr/>
          <p:nvPr/>
        </p:nvSpPr>
        <p:spPr>
          <a:xfrm>
            <a:off x="4886327" y="3517775"/>
            <a:ext cx="3891913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E3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A7C281AD-F3EC-10EE-6521-75CD06E9D304}"/>
              </a:ext>
            </a:extLst>
          </p:cNvPr>
          <p:cNvSpPr/>
          <p:nvPr/>
        </p:nvSpPr>
        <p:spPr>
          <a:xfrm>
            <a:off x="5120641" y="3605785"/>
            <a:ext cx="3108960" cy="419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1500" dirty="0"/>
          </a:p>
        </p:txBody>
      </p:sp>
      <p:sp>
        <p:nvSpPr>
          <p:cNvPr id="53" name="Shape 8">
            <a:extLst>
              <a:ext uri="{FF2B5EF4-FFF2-40B4-BE49-F238E27FC236}">
                <a16:creationId xmlns:a16="http://schemas.microsoft.com/office/drawing/2014/main" id="{D58C1BFC-311F-EA3C-3ACB-EFAF8407EB3A}"/>
              </a:ext>
            </a:extLst>
          </p:cNvPr>
          <p:cNvSpPr/>
          <p:nvPr/>
        </p:nvSpPr>
        <p:spPr>
          <a:xfrm>
            <a:off x="4886325" y="4203576"/>
            <a:ext cx="3891913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E3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B5707119-CBB4-7287-6EE3-5FCB55655947}"/>
              </a:ext>
            </a:extLst>
          </p:cNvPr>
          <p:cNvSpPr/>
          <p:nvPr/>
        </p:nvSpPr>
        <p:spPr>
          <a:xfrm>
            <a:off x="5120639" y="4291586"/>
            <a:ext cx="3108960" cy="419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1500" dirty="0"/>
          </a:p>
        </p:txBody>
      </p:sp>
      <p:sp>
        <p:nvSpPr>
          <p:cNvPr id="57" name="Shape 8">
            <a:extLst>
              <a:ext uri="{FF2B5EF4-FFF2-40B4-BE49-F238E27FC236}">
                <a16:creationId xmlns:a16="http://schemas.microsoft.com/office/drawing/2014/main" id="{244132F6-36CE-7841-6CDF-BAC2825361A5}"/>
              </a:ext>
            </a:extLst>
          </p:cNvPr>
          <p:cNvSpPr/>
          <p:nvPr/>
        </p:nvSpPr>
        <p:spPr>
          <a:xfrm>
            <a:off x="4886327" y="2812922"/>
            <a:ext cx="3891913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E3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9" name="Text 11">
            <a:extLst>
              <a:ext uri="{FF2B5EF4-FFF2-40B4-BE49-F238E27FC236}">
                <a16:creationId xmlns:a16="http://schemas.microsoft.com/office/drawing/2014/main" id="{E594E2B4-B0BF-28A1-DEE7-7009FBF78A9E}"/>
              </a:ext>
            </a:extLst>
          </p:cNvPr>
          <p:cNvSpPr/>
          <p:nvPr/>
        </p:nvSpPr>
        <p:spPr>
          <a:xfrm>
            <a:off x="5120641" y="2900932"/>
            <a:ext cx="3108960" cy="419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2880360" cy="4411980"/>
          </a:xfrm>
          <a:prstGeom prst="roundRect">
            <a:avLst>
              <a:gd name="adj" fmla="val 3810"/>
            </a:avLst>
          </a:prstGeom>
          <a:solidFill>
            <a:srgbClr val="F0FA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94360" y="59436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찾기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2423160" cy="272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3개만 골라 적어요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66160" y="365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✏️ 우리 동네 문제 3가지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66160" y="777240"/>
            <a:ext cx="5212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75888" y="804672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어떤 </a:t>
            </a:r>
            <a:r>
              <a:rPr lang="en-US" sz="1100" dirty="0" err="1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문제인가요</a:t>
            </a:r>
            <a:r>
              <a:rPr lang="en-US" sz="1100" dirty="0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 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2103120"/>
            <a:ext cx="5212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75888" y="2130552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어떤 문제인가요?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3429000"/>
            <a:ext cx="5212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675888" y="3456432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어떤 문제인가요?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2880360" cy="4411980"/>
          </a:xfrm>
          <a:prstGeom prst="roundRect">
            <a:avLst>
              <a:gd name="adj" fmla="val 3810"/>
            </a:avLst>
          </a:prstGeom>
          <a:solidFill>
            <a:srgbClr val="F0FA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94360" y="59436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FF8F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59" y="1874520"/>
            <a:ext cx="2561435" cy="272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●"/>
            </a:pPr>
            <a:r>
              <a:rPr lang="en-US" sz="1500" u="sng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___     </a:t>
            </a:r>
            <a:r>
              <a:rPr lang="en-US" sz="1500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알아채면 →</a:t>
            </a:r>
            <a:endParaRPr lang="en-US" sz="1500" dirty="0"/>
          </a:p>
          <a:p>
            <a:pPr marL="342900" indent="-342900" algn="l">
              <a:spcAft>
                <a:spcPts val="1000"/>
              </a:spcAft>
              <a:buSzPct val="100000"/>
              <a:buChar char="●"/>
            </a:pPr>
            <a:r>
              <a:rPr lang="en-US" sz="1500" u="sng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___     </a:t>
            </a:r>
            <a:r>
              <a:rPr lang="en-US" sz="1500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주는 </a:t>
            </a:r>
            <a:r>
              <a:rPr lang="en-US" sz="1500" dirty="0" err="1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</a:t>
            </a:r>
            <a:r>
              <a:rPr lang="en-US" sz="1500" dirty="0">
                <a:solidFill>
                  <a:srgbClr val="2B2B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66160" y="365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✏️ 아이디어 3가지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66160" y="713232"/>
            <a:ext cx="52120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5875">
            <a:solidFill>
              <a:srgbClr val="E3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703320" y="7863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5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 1 이름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03320" y="1097280"/>
            <a:ext cx="4937760" cy="0"/>
          </a:xfrm>
          <a:prstGeom prst="line">
            <a:avLst/>
          </a:prstGeom>
          <a:noFill/>
          <a:ln w="15875">
            <a:solidFill>
              <a:srgbClr val="E3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703320" y="1152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👀 알아채면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83480" y="1371600"/>
            <a:ext cx="3657600" cy="0"/>
          </a:xfrm>
          <a:prstGeom prst="line">
            <a:avLst/>
          </a:prstGeom>
          <a:noFill/>
          <a:ln w="15875">
            <a:solidFill>
              <a:srgbClr val="E3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703320" y="1444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📢 해 줘요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83480" y="1664208"/>
            <a:ext cx="3657600" cy="0"/>
          </a:xfrm>
          <a:prstGeom prst="line">
            <a:avLst/>
          </a:prstGeom>
          <a:noFill/>
          <a:ln w="15875">
            <a:solidFill>
              <a:srgbClr val="E3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703320" y="171907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FF8F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</a:t>
            </a:r>
            <a:r>
              <a:rPr lang="en-US" altLang="ko-KR" sz="1200" b="1" dirty="0">
                <a:solidFill>
                  <a:srgbClr val="FF8F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2139696"/>
            <a:ext cx="52120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5875">
            <a:solidFill>
              <a:srgbClr val="E3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703320" y="2212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5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 2 이름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2523744"/>
            <a:ext cx="4937760" cy="0"/>
          </a:xfrm>
          <a:prstGeom prst="line">
            <a:avLst/>
          </a:prstGeom>
          <a:noFill/>
          <a:ln w="15875">
            <a:solidFill>
              <a:srgbClr val="E3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703320" y="2578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👀 알아채면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83480" y="2798064"/>
            <a:ext cx="3657600" cy="0"/>
          </a:xfrm>
          <a:prstGeom prst="line">
            <a:avLst/>
          </a:prstGeom>
          <a:noFill/>
          <a:ln w="15875">
            <a:solidFill>
              <a:srgbClr val="E3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703320" y="28712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📢 해 줘요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83480" y="3090672"/>
            <a:ext cx="3657600" cy="0"/>
          </a:xfrm>
          <a:prstGeom prst="line">
            <a:avLst/>
          </a:prstGeom>
          <a:noFill/>
          <a:ln w="15875">
            <a:solidFill>
              <a:srgbClr val="E3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703320" y="314553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FF8F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</a:t>
            </a:r>
            <a:r>
              <a:rPr lang="en-US" sz="1200" b="1" dirty="0">
                <a:solidFill>
                  <a:srgbClr val="FF8F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66160" y="3566160"/>
            <a:ext cx="52120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5875">
            <a:solidFill>
              <a:srgbClr val="E3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703320" y="36393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5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 3 이름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03320" y="3950208"/>
            <a:ext cx="4937760" cy="0"/>
          </a:xfrm>
          <a:prstGeom prst="line">
            <a:avLst/>
          </a:prstGeom>
          <a:noFill/>
          <a:ln w="15875">
            <a:solidFill>
              <a:srgbClr val="E3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703320" y="4005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👀 알아채면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983480" y="4224528"/>
            <a:ext cx="3657600" cy="0"/>
          </a:xfrm>
          <a:prstGeom prst="line">
            <a:avLst/>
          </a:prstGeom>
          <a:noFill/>
          <a:ln w="15875">
            <a:solidFill>
              <a:srgbClr val="E3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703320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📢 해 줘요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983480" y="4517136"/>
            <a:ext cx="3657600" cy="0"/>
          </a:xfrm>
          <a:prstGeom prst="line">
            <a:avLst/>
          </a:prstGeom>
          <a:noFill/>
          <a:ln w="15875">
            <a:solidFill>
              <a:srgbClr val="E3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703320" y="45720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FF8F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</a:t>
            </a:r>
            <a:r>
              <a:rPr lang="en-US" sz="1200" b="1" dirty="0">
                <a:solidFill>
                  <a:srgbClr val="FF8F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130</Words>
  <Application>Microsoft Office PowerPoint</Application>
  <PresentationFormat>화면 슬라이드 쇼(16:9)</PresentationFormat>
  <Paragraphs>50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우리가 잘찾앙 바꿔보카!! 워크북</dc:title>
  <dc:subject>PptxGenJS Presentation</dc:subject>
  <dc:creator>LEAD Next</dc:creator>
  <cp:lastModifiedBy>요한 양</cp:lastModifiedBy>
  <cp:revision>2</cp:revision>
  <dcterms:created xsi:type="dcterms:W3CDTF">2026-07-06T14:09:09Z</dcterms:created>
  <dcterms:modified xsi:type="dcterms:W3CDTF">2026-07-06T14:23:46Z</dcterms:modified>
</cp:coreProperties>
</file>